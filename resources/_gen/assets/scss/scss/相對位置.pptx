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517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全面</a:t>
            </a:r>
            <a:r>
              <a:rPr lang="en-US" sz="2600" b="1" dirty="0" err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</a:t>
            </a:r>
            <a:r>
              <a:rPr lang="zh-TW" alt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</a:t>
            </a:r>
            <a:r>
              <a:rPr lang="en-US" altLang="zh-TW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600" b="1" dirty="0" err="1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公司組織圖</a:t>
            </a:r>
            <a:r>
              <a:rPr 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</a:t>
            </a:r>
            <a:r>
              <a:rPr lang="zh-TW" altLang="en-US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</a:t>
            </a:r>
            <a:r>
              <a:rPr lang="en-US" altLang="zh-TW" sz="2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26280" y="1097280"/>
            <a:ext cx="3108960" cy="594360"/>
          </a:xfrm>
          <a:prstGeom prst="roundRect">
            <a:avLst>
              <a:gd name="adj" fmla="val 9231"/>
            </a:avLst>
          </a:prstGeom>
          <a:solidFill>
            <a:srgbClr val="21295C"/>
          </a:solidFill>
          <a:ln w="6350">
            <a:solidFill>
              <a:srgbClr val="21295C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4526280" y="10972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董事會 / CEO</a:t>
            </a:r>
            <a:r>
              <a:rPr lang="zh-TW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蔡力行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TQM 指導委員會 主席（CEO + 各 VP）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1920240"/>
            <a:ext cx="2468880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 w="6350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 txBox="1"/>
          <p:nvPr/>
        </p:nvSpPr>
        <p:spPr>
          <a:xfrm>
            <a:off x="86868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研發 VP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VP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1920240"/>
            <a:ext cx="2468880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 w="6350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352044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供應鏈 / 製造 VP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VP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FFFF00"/>
                </a:solidFill>
                <a:highlight>
                  <a:srgbClr val="FF00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zh-TW" altLang="en-US" sz="1100" dirty="0">
                <a:solidFill>
                  <a:srgbClr val="FFFF00"/>
                </a:solidFill>
                <a:highlight>
                  <a:srgbClr val="FF00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我在這兒裡面</a:t>
            </a:r>
            <a:r>
              <a:rPr lang="en-US" altLang="zh-TW" sz="1100" dirty="0">
                <a:solidFill>
                  <a:srgbClr val="FFFF00"/>
                </a:solidFill>
                <a:highlight>
                  <a:srgbClr val="FF00F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>
              <a:solidFill>
                <a:srgbClr val="FFFF00"/>
              </a:solidFill>
              <a:highlight>
                <a:srgbClr val="FF00FF"/>
              </a:highlight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72200" y="1920240"/>
            <a:ext cx="2468880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 w="6350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617220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客戶服務 / 行銷 VP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23960" y="1920240"/>
            <a:ext cx="2468880" cy="594360"/>
          </a:xfrm>
          <a:prstGeom prst="roundRect">
            <a:avLst>
              <a:gd name="adj" fmla="val 9231"/>
            </a:avLst>
          </a:prstGeom>
          <a:solidFill>
            <a:srgbClr val="E8871E"/>
          </a:solidFill>
          <a:ln w="19050">
            <a:solidFill>
              <a:srgbClr val="21295C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8823960" y="19202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MTK_QR / QR-D1 </a:t>
            </a:r>
            <a:r>
              <a:rPr lang="zh-TW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朱立寰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Quality and Reliability FU 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H="1">
            <a:off x="2103120" y="1691640"/>
            <a:ext cx="3977640" cy="22860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 flipH="1">
            <a:off x="4754880" y="1691640"/>
            <a:ext cx="1325880" cy="22860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6080760" y="1691640"/>
            <a:ext cx="1325880" cy="22860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080760" y="1691640"/>
            <a:ext cx="3977640" cy="22860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327388" y="3726180"/>
            <a:ext cx="1790700" cy="9601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327388" y="3726180"/>
            <a:ext cx="17907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MTK_QR/PQR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 &amp; Reliability Div.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55248" y="3726180"/>
            <a:ext cx="1790700" cy="9601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2255248" y="3726180"/>
            <a:ext cx="17907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MTK_QR/CQR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Quality &amp; Reliability Div.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83108" y="3726180"/>
            <a:ext cx="1790700" cy="9601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 txBox="1"/>
          <p:nvPr/>
        </p:nvSpPr>
        <p:spPr>
          <a:xfrm>
            <a:off x="4183108" y="3726180"/>
            <a:ext cx="17907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MTK_QR/FA/FI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Isolation Dept.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10968" y="3726180"/>
            <a:ext cx="1790700" cy="9601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6110968" y="3726180"/>
            <a:ext cx="17907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MTK_QR/TQR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Quality &amp; Reliability Div.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38828" y="3726180"/>
            <a:ext cx="1790700" cy="9601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 txBox="1"/>
          <p:nvPr/>
        </p:nvSpPr>
        <p:spPr>
          <a:xfrm>
            <a:off x="8038828" y="3726180"/>
            <a:ext cx="17907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MTK_QR/QS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System Div.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966688" y="3726180"/>
            <a:ext cx="1790700" cy="960120"/>
          </a:xfrm>
          <a:prstGeom prst="roundRect">
            <a:avLst>
              <a:gd name="adj" fmla="val 5714"/>
            </a:avLst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 txBox="1"/>
          <p:nvPr/>
        </p:nvSpPr>
        <p:spPr>
          <a:xfrm>
            <a:off x="9966688" y="3726180"/>
            <a:ext cx="17907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MTK_QR/FA/PFA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Failure Analysis Dept.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 flipV="1">
            <a:off x="1291590" y="2514600"/>
            <a:ext cx="8766810" cy="121158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 flipV="1">
            <a:off x="3337559" y="2535282"/>
            <a:ext cx="6666411" cy="1190897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 flipV="1">
            <a:off x="5277394" y="2514600"/>
            <a:ext cx="4781006" cy="121158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 flipV="1">
            <a:off x="7108372" y="2514599"/>
            <a:ext cx="2950027" cy="1211579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 flipV="1">
            <a:off x="9048206" y="2537460"/>
            <a:ext cx="1010194" cy="118872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 flipH="1" flipV="1">
            <a:off x="10051052" y="2514600"/>
            <a:ext cx="849357" cy="121158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365760" y="5006340"/>
            <a:ext cx="1143000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 txBox="1"/>
          <p:nvPr/>
        </p:nvSpPr>
        <p:spPr>
          <a:xfrm>
            <a:off x="365760" y="498348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全員品管實踐 — All Member  ｜  品質是全體員工共同的責任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ded6205-6656-4f4d-b9c0-42e8e45d18d2}" enabled="1" method="Privileged" siteId="{a7687ede-7a6b-4ef6-bace-642f677fbe3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133</Words>
  <Application>Microsoft Office PowerPoint</Application>
  <PresentationFormat>寬螢幕</PresentationFormat>
  <Paragraphs>26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Donna Chen (陳宛亭)</cp:lastModifiedBy>
  <cp:revision>7</cp:revision>
  <dcterms:created xsi:type="dcterms:W3CDTF">2026-09-21T05:40:41Z</dcterms:created>
  <dcterms:modified xsi:type="dcterms:W3CDTF">2026-09-21T05:46:51Z</dcterms:modified>
</cp:coreProperties>
</file>